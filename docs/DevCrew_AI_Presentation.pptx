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DevCrew 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423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software engineering team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of input becomes a reviewed, tested, documented, deployable project.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703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LangGraph  ·  Streamlit  ·  Chroma  ·  pytest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Athoy Kanti Ray   ·   Pritom Sarker   ·   Kazi Safat Nawaz   ·   Pranta Sen Gupta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366760" y="137160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1517904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418320" y="16002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66760" y="274320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889504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418320" y="2971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66760" y="411480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4261104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418320" y="4343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does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47088"/>
            <a:ext cx="475488" cy="47548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71907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one sentence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075688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 to-do list REST API with Flask"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79776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3054096"/>
            <a:ext cx="475488" cy="47548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54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9260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Supervisor plans and routes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282696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re-decides who runs next after every single step — nothing is a fixed pipeline.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261104"/>
            <a:ext cx="475488" cy="47548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261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41330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agents build, review and test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489704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→ architecture → code → review → real pytest → docs → deployment.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93792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5468112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5468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53400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approve, and can still change 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5696712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human gates. Even after it finishes, you can request a modification.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DevCrew 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SUPERVISOR GRAPH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300" dirty="0"/>
          </a:p>
        </p:txBody>
      </p:sp>
      <p:pic>
        <p:nvPicPr>
          <p:cNvPr id="4" name="Image 0" descr="/home/claude/slide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1133856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reports back to the Supervisor — it re-decides the route from the shared state each turn.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DevCrew AI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ideas explain the whole codebase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3840480"/>
          </a:xfrm>
          <a:prstGeom prst="roundRect">
            <a:avLst>
              <a:gd name="adj" fmla="val 214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44752" y="17830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state object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is a plain function that receives the whole state and returns only the keys it owns. Agents never import or call each other — they communicate through the state.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4846320" cy="1234440"/>
          </a:xfrm>
          <a:prstGeom prst="roundRect">
            <a:avLst>
              <a:gd name="adj" fmla="val 444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355848"/>
            <a:ext cx="451713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agent_node(state: ProjectState) -&gt; dict: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{"my_key": value,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"agent_messages": [...],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"logs": [...]}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and log lists use append-only reducers, so no agent can overwrite another's history.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5394960" cy="3840480"/>
          </a:xfrm>
          <a:prstGeom prst="roundRect">
            <a:avLst>
              <a:gd name="adj" fmla="val 2143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17830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14032" y="17830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Hub-and-spoke, not a pipeline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92240" y="23317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Supervisor runs between every step. That is what makes this a supervisor architecture rather than a hardcoded sequence.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0" y="3108960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3218688"/>
            <a:ext cx="45171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-&gt; supervisor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supervisor -&gt; 7 agents | 3 gates | END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node -&gt; supervisor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src/graph/build_graph.py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4617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nodes, conditional edges, compiled with a SQLite checkpointer so runs survive a restart.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DevCrew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SRC/GRAPH/SUPERVISOR.PY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Supervisor: LLM proposes, state machine disposes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943600" cy="2971800"/>
          </a:xfrm>
          <a:prstGeom prst="roundRect">
            <a:avLst>
              <a:gd name="adj" fmla="val 184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91056"/>
            <a:ext cx="5614416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decide(state) -&gt; (next_node, reason, overrides):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state.get("requirements_doc"):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"requirements_analyst", ...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"requirements" not in state["approvals"]: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HUMAN_APPROVAL, ...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state.get("architecture_doc"):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"architect", ...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pure function - no LLM, no side effects, unit-tested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766560" y="1481328"/>
            <a:ext cx="4846320" cy="896112"/>
          </a:xfrm>
          <a:prstGeom prst="roundRect">
            <a:avLst>
              <a:gd name="adj" fmla="val 9184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67728" y="15727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decide()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67728" y="184708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 priority ladder over the state. Returns the next node AND the reason, so routing is explainable.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766560" y="2505456"/>
            <a:ext cx="4846320" cy="896112"/>
          </a:xfrm>
          <a:prstGeom prst="roundRect">
            <a:avLst>
              <a:gd name="adj" fmla="val 9184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67728" y="25968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67728" y="2871216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live mode the LLM also proposes a next agent. Agreement → proceed. Disagreement → log a warning and trust the state machine.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3529584"/>
            <a:ext cx="4846320" cy="896112"/>
          </a:xfrm>
          <a:prstGeom prst="roundRect">
            <a:avLst>
              <a:gd name="adj" fmla="val 9184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67728" y="36210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supervisor_node()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67728" y="389534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next_agent + supervisor_plan into state, logs the transition, and composes the final report at FINISH.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8280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log line from a live run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120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 | [supervisor] LLM routing pick 'architect' disagreed with the state machine ('human_approval') — using the deterministic decision.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5595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deliberately do not let the model skip a human approval gate.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DevCrew 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TEAM, NOT A CHAIN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collaboration loops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556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0" y="1819656"/>
            <a:ext cx="685800" cy="182880"/>
          </a:xfrm>
          <a:prstGeom prst="rightArrow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0" y="17556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92240" y="176479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requested — fix only the reported issues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6151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Tester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00400" y="2679192"/>
            <a:ext cx="685800" cy="182880"/>
          </a:xfrm>
          <a:prstGeom prst="rightArrow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26151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2240" y="26243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failed — the real report goes back into the prompt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474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200400" y="3538728"/>
            <a:ext cx="685800" cy="182880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34747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92240" y="348386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rejected — your feedback is injected and it rewrites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3342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200400" y="4398264"/>
            <a:ext cx="685800" cy="182880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0" y="43342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Writer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2240" y="43434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rejected — docs revised before packaging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97433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51937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200400" y="5257800"/>
            <a:ext cx="685800" cy="182880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51937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92240" y="520293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post-finish modification — iterate until you approve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by MAX_REVISIONS = 2 — the loop always terminates, and the final report says so honestly.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DevCrew AI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SRC/GRAPH/HITL.PY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Human-in-the-loop: the graph physically pauses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19072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requirements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sends your feedback back to the Requirements Analyst, which rewrites the SRS.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5087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719072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deployment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480560" y="2606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packaged for deployment until a human signs off.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15087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1719072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8388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modification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183880" y="2606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with feedback iterates again instead of an all-or-nothing choice.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6492240" cy="1691640"/>
          </a:xfrm>
          <a:prstGeom prst="roundRect">
            <a:avLst>
              <a:gd name="adj" fmla="val 324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630168"/>
            <a:ext cx="61630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graph suspends here and state is saved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= interrupt({"stage": ..., "question": ...})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UI resumes the same thread_id later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Command(resume={"action": "approve"})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223760" y="3520440"/>
            <a:ext cx="4389120" cy="1691640"/>
          </a:xfrm>
          <a:prstGeom prst="roundRect">
            <a:avLst>
              <a:gd name="adj" fmla="val 4865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24928" y="36393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24928" y="3959352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checkpointed to SQLite at the pause. The process can be killed and restarted — resuming the same thread_id continues from that exact point.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· Reject with feedback · Retry last step from a checkpoint — all driven from the Streamlit sidebar.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DevCrew AI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tools, not simulated ones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19072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596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ddgs (DuckDuckGo)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9077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Requirements Analyst researches the domain before writing the spec. Fails soft: an empty list, never a crash.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150876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719072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22860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execution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2596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subprocess + pytest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29077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files are written to a temp directory and pytest runs in a subprocess with a 60-second timeout.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0" y="150876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3880" y="1719072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83880" y="22860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retrieval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83880" y="2596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Chroma + local ONNX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83880" y="29077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are chunked, embedded and stored on disk, then retrieved by semantic similarity.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41879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QA agent makes no LLM call at all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68680" y="4617720"/>
            <a:ext cx="5852160" cy="960120"/>
          </a:xfrm>
          <a:prstGeom prst="roundRect">
            <a:avLst>
              <a:gd name="adj" fmla="val 571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27448"/>
            <a:ext cx="552297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project_dir = write_files(code_files)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passed, output = run_pytest(project_dir)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46177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tests_passed is a real pytest exit code — not a model's opinion. That boolean is what the Supervisor routes on, and generated code is never exec()'d in-process.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DevCrew 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SRC/GRAPH/STATE.PY · SRC/MEMORY/KNOWLEDGE_BASE.PY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memory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one run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4505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ProjectState — the typed shared object every agent reads and writes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9992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reducers for messages, logs and token usage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5478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SqliteSaver checkpoints — a paused run survives an app restart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9224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across runs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4505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vector store on disk (./memory_store, collection devcrew_kb)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29992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800-character chunks with 100-character overlap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35478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ONNX MiniLM embeddings — no API key, no cost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visible in the dashboard's Memory tab: the live shared state on top, the stored vector documents below.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56052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answers "what is happening in this run".   Long-term answers "what has this system learned across runs".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DevCrew 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SRC/OBSERVABILITY/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Logging, cost tracking and error handling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19072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log destinations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state — rendered live in the UI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3558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logs/run.log — human readable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401421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logs/run_&lt;id&gt;.jsonl — one JSON object per line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150876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719072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2860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and cost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26974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counts from the provider's usage_metadata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80560" y="33558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per million tokens from .env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80560" y="401421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Summed per agent by a custom state reducer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55280" y="150876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83880" y="1719072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83880" y="22860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safely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83880" y="26974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LLM retries with backoff, then a logged error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83880" y="33558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JSON → retry → fall back to last valid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83880" y="401421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failure → empty list, pipeline continues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5093208"/>
            <a:ext cx="1073505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2026-08-19 01:27:38 | INFO    | [supervisor] route -&gt; requirements_analyst: The project has just started...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2026-08-19 01:28:11 | WARNING | [developer] Developer JSON parse failed, retrying once: ...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DevCrew 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UI/APP.PY — STREAMLIT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 covers every required UI element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23744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agents + workflow status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5544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73736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2128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523744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graph step, streamed as it runs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73736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2128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523744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agent-to-agent message history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15544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98280" y="173736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98280" y="22128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98280" y="2523744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topology, generated from the compiled graph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47472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65760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41330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&amp; cost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4443984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tokens and estimated USD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37560" y="347472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20440" y="365760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20440" y="41330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0440" y="4443984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level, with error counts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347472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09360" y="365760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09360" y="41330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09360" y="4443984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and vector store contents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915400" y="347472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098280" y="365760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9828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098280" y="41330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098280" y="4443984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report, a .zip download, and modification requests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sidebar controls: run, reset, approve, reject with feedback, and retry the last step from a checkpoint.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DevCrew AI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what to watch for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73936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Supervisor's reasoning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084832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routing decision shows the reason it was taken, not just the destination.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773936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173736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pausing for us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40880" y="2084832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reject the requirements once and watch the Analyst rewrite them.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236976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320040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rejecting the Developer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547872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requested, sent back, fixed, reviewed again — the core loop.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0175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236976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320040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actually running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40880" y="3547872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QA agent runs the generated tests in a subprocess. The verdict is an exit code.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700016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700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466344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accumulating per agent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17320" y="5010912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token counts from the provider, priced live.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48056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4700016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700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466344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project after it finished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040880" y="5010912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modification request re-runs the build loop and pauses at a third gate.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MOCK_MODE=1 runs the entire pipeline offline, instantly, at zero cost — built as our demo insurance.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DevCrew AI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real bugs we found and fixed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3736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6093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supervisor loop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93852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max revisions the Supervisor moved on without recording that it had given up — so the next turn re-entered the same branch. Found in the server log repeating 13 times in 90 seconds.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6276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0" y="190195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decide() now returns an overrides dict setting review_bypassed / tests_bypassed, and the report says "bypassed" instead of faking success.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3273552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31455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with trailing text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34747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Developer's model returned a valid JSON object followed by prose. json.loads() rejected the whole response and crashed the run.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31638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343814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JSONDecoder().raw_decode(), which takes the first complete value and ignores the rest.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553712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4809744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46817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unstyled HTML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501091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generated page linked a CSS file that existed — but its selectors did not match the HTML's class names, so the page rendered raw.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47000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49743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mechanical validator compares class tokens to CSS selectors and forces one retry below 30% coverage.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fix shipped with a regression test — the suite runs offline in mock mode.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DevCrew 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WE WOULD REUSE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8105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a model grade its own work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41448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quality gate in our system is mechanical: a pytest exit code, a compile() check, a set comparison of CSS selectors. Ask an LLM "is this correct?" and it says yes.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572768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18288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18105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LLM advise, not decide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441448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supervisor's routing is a deterministic state machine. The model proposes in parallel and we log disagreement. Reliability came from limiting the model's authority.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13048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06908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0507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shared contract first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681728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froze the state schema on day one. That single decision let four people build in parallel with almost no merge conflicts.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813048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406908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40507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non-determinism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681728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prompt does not give the same output twice. Retries, validators and fallbacks are not polish — they are what makes an agent system usable.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DevCrew 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what comes next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190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835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not work well yet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non-deterministic — a run can still produce imperfect code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035808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strictly one at a time; docs and deployment could be parallel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858768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pause mid-agent — we pause at gates instead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681728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 memory is not yet reused across separate projects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536192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7190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build next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92240" y="2212848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 execution for independent phases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3035808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memory so the Architect learns from past designs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3858768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Container-isolated execution instead of a subprocess sandbox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4681728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manual pause control and step-by-step execution mode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rather show you a system whose limits we understand than claim it has none.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DevCrew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OWNERSHIP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built what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2606040" cy="777240"/>
          </a:xfrm>
          <a:prstGeom prst="roundRect">
            <a:avLst>
              <a:gd name="adj" fmla="val 1058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093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Athoy Kanti Ray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3957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src/graph/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76148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contract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328416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+ routing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89534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HITL gates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462272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wiring + checkpoints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5087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508760"/>
            <a:ext cx="2606040" cy="777240"/>
          </a:xfrm>
          <a:prstGeom prst="roundRect">
            <a:avLst>
              <a:gd name="adj" fmla="val 1058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16093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Pritom Sarker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02152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memory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20440" y="23957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 + src/memory/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276148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3328416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Architect, Doc Writer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389534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vector RAG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20440" y="4462272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tool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5087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508760"/>
            <a:ext cx="2606040" cy="777240"/>
          </a:xfrm>
          <a:prstGeom prst="roundRect">
            <a:avLst>
              <a:gd name="adj" fmla="val 1058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16093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Kazi Safat Nawaz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291072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loop &amp; tools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09360" y="23957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 + src/tools/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76148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+ validators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328416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Reviewer, Tester, DevOps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89534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pytest runner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4462272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and fallback logic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915400" y="15087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915400" y="1508760"/>
            <a:ext cx="2606040" cy="777240"/>
          </a:xfrm>
          <a:prstGeom prst="roundRect">
            <a:avLst>
              <a:gd name="adj" fmla="val 1058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79992" y="16093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Pranta Sen Gupta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079992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observability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098280" y="23957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 + src/observability/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098280" y="276148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098280" y="3328416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 trace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098280" y="389534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and cost tracking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098280" y="4462272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owns their own folders, works on their own branch, and reviews another member's pull requests.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DevCrew AI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prove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5257800" cy="1051560"/>
          </a:xfrm>
          <a:prstGeom prst="roundRect">
            <a:avLst>
              <a:gd name="adj" fmla="val 7826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74650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60120" y="20756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+ 7 specialized agents in a LangGraph hub-and-spoke topology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257800" cy="1051560"/>
          </a:xfrm>
          <a:prstGeom prst="roundRect">
            <a:avLst>
              <a:gd name="adj" fmla="val 7826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74650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collaboration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37960" y="20756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feedback loops — the system rejects and repairs its own work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5257800" cy="1051560"/>
          </a:xfrm>
          <a:prstGeom prst="roundRect">
            <a:avLst>
              <a:gd name="adj" fmla="val 7826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98094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integration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60120" y="33101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search, sandboxed pytest execution, vector retrieval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2834640"/>
            <a:ext cx="5257800" cy="1051560"/>
          </a:xfrm>
          <a:prstGeom prst="roundRect">
            <a:avLst>
              <a:gd name="adj" fmla="val 7826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98094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37960" y="33101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shared state + SQLite checkpoints + a persistent Chroma store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4069080"/>
            <a:ext cx="5257800" cy="1051560"/>
          </a:xfrm>
          <a:prstGeom prst="roundRect">
            <a:avLst>
              <a:gd name="adj" fmla="val 7826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21538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60120" y="45445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trace, per-agent token cost, three log destinations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4069080"/>
            <a:ext cx="5257800" cy="1051560"/>
          </a:xfrm>
          <a:prstGeom prst="roundRect">
            <a:avLst>
              <a:gd name="adj" fmla="val 7826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421538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37960" y="45445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gates that suspend the graph and resume from a checkpoint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5623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github.com/ATHOY43259/Devcrew-ai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5623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offline in mock mode at zero cost.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8862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of us about our own module — we can open the file and walk you through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80960" y="1691640"/>
            <a:ext cx="3931920" cy="822960"/>
          </a:xfrm>
          <a:prstGeom prst="roundRect">
            <a:avLst>
              <a:gd name="adj" fmla="val 10000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2128" y="1819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Athoy Kanti Ray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882128" y="21122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— src/graph/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680960" y="2651760"/>
            <a:ext cx="3931920" cy="822960"/>
          </a:xfrm>
          <a:prstGeom prst="roundRect">
            <a:avLst>
              <a:gd name="adj" fmla="val 10000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82128" y="27797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Pritom Sarker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882128" y="30723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memory — agents + src/memory/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80960" y="3611880"/>
            <a:ext cx="3931920" cy="822960"/>
          </a:xfrm>
          <a:prstGeom prst="roundRect">
            <a:avLst>
              <a:gd name="adj" fmla="val 10000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2128" y="37398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Kazi Safat Nawaz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882128" y="40325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loop &amp; tools — agents + src/tools/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80960" y="4572000"/>
            <a:ext cx="3931920" cy="822960"/>
          </a:xfrm>
          <a:prstGeom prst="roundRect">
            <a:avLst>
              <a:gd name="adj" fmla="val 10000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82128" y="47000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Pranta Sen Gupta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882128" y="499262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observability — ui/ + src/observability/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5760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github.com/ATHOY43259/Devcrew-ai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DevCrew AI — Multi-Agent Software Engineering Team</dc:title>
  <dc:subject>PptxGenJS Presentation</dc:subject>
  <dc:creator>DevCrew AI Team</dc:creator>
  <cp:lastModifiedBy>DevCrew AI Team</cp:lastModifiedBy>
  <cp:revision>1</cp:revision>
  <dcterms:created xsi:type="dcterms:W3CDTF">2026-09-02T07:17:08Z</dcterms:created>
  <dcterms:modified xsi:type="dcterms:W3CDTF">2026-09-02T07:17:08Z</dcterms:modified>
</cp:coreProperties>
</file>